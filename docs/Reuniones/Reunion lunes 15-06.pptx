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c0cd3baf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c0cd3baf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0cd3baf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c0cd3baf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c0cd3baf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c0cd3baf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c0cd3baf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c0cd3baf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c0cd3baf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c0cd3ba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0cd3baf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c0cd3baf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0cd3baf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c0cd3baf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c0cd3baf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c0cd3baf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c0cd3baf6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c0cd3baf6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c0cd3baf6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c0cd3baf6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c0cd3baf6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c0cd3baf6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c0cd3baf6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c0cd3baf6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1 Landing 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91" y="0"/>
            <a:ext cx="899520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A2 Projecte Detal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150"/>
            <a:ext cx="9143999" cy="488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B1 Centre Coordinac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38" y="0"/>
            <a:ext cx="900952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B2 Centre coordinacio detal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63" y="0"/>
            <a:ext cx="84590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C1 Usuari Ap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63" y="0"/>
            <a:ext cx="878326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C2 Usuari app detal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50" y="0"/>
            <a:ext cx="892549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D1 Cli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0" y="0"/>
            <a:ext cx="909541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D2 Cliente detal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8" y="0"/>
            <a:ext cx="900941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E1 Famil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title="E2 familia detal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25" y="0"/>
            <a:ext cx="86791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G2 Domicili detal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88" y="0"/>
            <a:ext cx="88924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 title="G1 Domicil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975" y="0"/>
            <a:ext cx="864204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Preguntas pendientes</a:t>
            </a:r>
            <a:endParaRPr/>
          </a:p>
        </p:txBody>
      </p:sp>
      <p:sp>
        <p:nvSpPr>
          <p:cNvPr id="115" name="Google Shape;115;p25"/>
          <p:cNvSpPr txBox="1"/>
          <p:nvPr>
            <p:ph idx="1" type="body"/>
          </p:nvPr>
        </p:nvSpPr>
        <p:spPr>
          <a:xfrm>
            <a:off x="311700" y="1152475"/>
            <a:ext cx="8832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419" sz="1200">
                <a:solidFill>
                  <a:schemeClr val="dk1"/>
                </a:solidFill>
              </a:rPr>
              <a:t>Situacion adulto 1 y situacion adulto 2, cambiarlo por personas relacionadas y un campo de relacion</a:t>
            </a:r>
            <a:r>
              <a:rPr lang="es-419" sz="1200">
                <a:solidFill>
                  <a:schemeClr val="dk1"/>
                </a:solidFill>
              </a:rPr>
              <a:t> </a:t>
            </a:r>
            <a:r>
              <a:rPr lang="es-419" sz="1200">
                <a:solidFill>
                  <a:schemeClr val="dk1"/>
                </a:solidFill>
              </a:rPr>
              <a:t>(para padres 	menores y pareja en alguien mayor)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419" sz="1200">
                <a:solidFill>
                  <a:schemeClr val="dk1"/>
                </a:solidFill>
              </a:rPr>
              <a:t>Data d'alta por defecto o que lo escriban a mano (en caso se haya dado de alta en una fecha anterior )</a:t>
            </a:r>
            <a:endParaRPr sz="12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datos de un proyecto ( dir, duracion, aforo ... )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419" sz="1200">
                <a:solidFill>
                  <a:schemeClr val="dk1"/>
                </a:solidFill>
              </a:rPr>
              <a:t>Roles dentro de la familia o entre usuarios (IMPORTANTE)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419" sz="1200">
                <a:solidFill>
                  <a:schemeClr val="dk1"/>
                </a:solidFill>
              </a:rPr>
              <a:t>Els projectes tenen 1 sol </a:t>
            </a:r>
            <a:r>
              <a:rPr lang="es-419" sz="1200">
                <a:solidFill>
                  <a:schemeClr val="dk1"/>
                </a:solidFill>
              </a:rPr>
              <a:t>responsable</a:t>
            </a:r>
            <a:r>
              <a:rPr lang="es-419" sz="1200">
                <a:solidFill>
                  <a:schemeClr val="dk1"/>
                </a:solidFill>
              </a:rPr>
              <a:t> ?? qui ha d'inscriure persones als projectes i/o crear clients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419" sz="1200">
                <a:solidFill>
                  <a:schemeClr val="dk1"/>
                </a:solidFill>
              </a:rPr>
              <a:t>Averiguar si ellos hacen un seguimiento, para asociar familias con centros de coordinacion 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s-419" sz="1200">
                <a:solidFill>
                  <a:schemeClr val="dk1"/>
                </a:solidFill>
              </a:rPr>
              <a:t>Los centros de coordinacion no ven familias directamente (ahora) ven proyectos y por medio de estos ven familias, y viceversa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419" sz="1200">
                <a:solidFill>
                  <a:schemeClr val="dk1"/>
                </a:solidFill>
              </a:rPr>
              <a:t>Un centre d'activitats pot dependre de més d'un centre de coord ( activitats fetes des de diversos centres de coord en el mateix centre activitats ) ?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s-419" sz="1200">
                <a:solidFill>
                  <a:schemeClr val="dk1"/>
                </a:solidFill>
              </a:rPr>
              <a:t>Averiguar si desde central y un centro de coordinacion puedan hacer actividades (en un centro de actividades de ese barrio) o solo por medio del centro de </a:t>
            </a:r>
            <a:r>
              <a:rPr lang="es-419" sz="1200">
                <a:solidFill>
                  <a:schemeClr val="dk1"/>
                </a:solidFill>
              </a:rPr>
              <a:t>coordinación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